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1pPr>
    <a:lvl2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2pPr>
    <a:lvl3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3pPr>
    <a:lvl4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4pPr>
    <a:lvl5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5pPr>
    <a:lvl6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6pPr>
    <a:lvl7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7pPr>
    <a:lvl8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8pPr>
    <a:lvl9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F0CC"/>
          </a:solidFill>
        </a:fill>
      </a:tcStyle>
    </a:wholeTbl>
    <a:band2H>
      <a:tcTxStyle b="def" i="def"/>
      <a:tcStyle>
        <a:tcBdr/>
        <a:fill>
          <a:solidFill>
            <a:srgbClr val="EAF8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CDDF"/>
          </a:solidFill>
        </a:fill>
      </a:tcStyle>
    </a:wholeTbl>
    <a:band2H>
      <a:tcTxStyle b="def" i="def"/>
      <a:tcStyle>
        <a:tcBdr/>
        <a:fill>
          <a:solidFill>
            <a:srgbClr val="FFE8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69" name="Shape 16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1pPr>
    <a:lvl2pPr indent="2286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2pPr>
    <a:lvl3pPr indent="4572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3pPr>
    <a:lvl4pPr indent="6858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4pPr>
    <a:lvl5pPr indent="9144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5pPr>
    <a:lvl6pPr indent="11430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6pPr>
    <a:lvl7pPr indent="13716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7pPr>
    <a:lvl8pPr indent="16002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8pPr>
    <a:lvl9pPr indent="18288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ody Level One…"/>
          <p:cNvSpPr txBox="1"/>
          <p:nvPr>
            <p:ph type="body" sz="quarter" idx="1" hasCustomPrompt="1"/>
          </p:nvPr>
        </p:nvSpPr>
        <p:spPr>
          <a:xfrm>
            <a:off x="1201340" y="11859862"/>
            <a:ext cx="21971004" cy="636980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  <a:lvl2pPr marL="1066800" indent="-457200" defTabSz="825500">
              <a:lnSpc>
                <a:spcPct val="100000"/>
              </a:lnSpc>
              <a:spcBef>
                <a:spcPts val="0"/>
              </a:spcBef>
              <a:defRPr b="1" sz="3600"/>
            </a:lvl2pPr>
            <a:lvl3pPr marL="1676400" indent="-457200" defTabSz="825500">
              <a:lnSpc>
                <a:spcPct val="100000"/>
              </a:lnSpc>
              <a:spcBef>
                <a:spcPts val="0"/>
              </a:spcBef>
              <a:defRPr b="1" sz="3600"/>
            </a:lvl3pPr>
            <a:lvl4pPr marL="2286000" indent="-457200" defTabSz="825500">
              <a:lnSpc>
                <a:spcPct val="100000"/>
              </a:lnSpc>
              <a:spcBef>
                <a:spcPts val="0"/>
              </a:spcBef>
              <a:defRPr b="1" sz="3600"/>
            </a:lvl4pPr>
            <a:lvl5pPr marL="2895600" indent="-457200" defTabSz="825500">
              <a:lnSpc>
                <a:spcPct val="100000"/>
              </a:lnSpc>
              <a:spcBef>
                <a:spcPts val="0"/>
              </a:spcBef>
              <a:defRPr b="1" sz="3600"/>
            </a:lvl5pPr>
          </a:lstStyle>
          <a:p>
            <a:pPr/>
            <a:r>
              <a:t>Author and Date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" name="Presentation Title"/>
          <p:cNvSpPr txBox="1"/>
          <p:nvPr>
            <p:ph type="title" hasCustomPrompt="1"/>
          </p:nvPr>
        </p:nvSpPr>
        <p:spPr>
          <a:xfrm>
            <a:off x="1206496" y="2574991"/>
            <a:ext cx="21971005" cy="4648202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13" name="Body Level One…"/>
          <p:cNvSpPr txBox="1"/>
          <p:nvPr>
            <p:ph type="body" sz="quarter" idx="21" hasCustomPrompt="1"/>
          </p:nvPr>
        </p:nvSpPr>
        <p:spPr>
          <a:xfrm>
            <a:off x="1201342" y="7223190"/>
            <a:ext cx="21971002" cy="1905002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Presentation Subtitle</a:t>
            </a:r>
          </a:p>
        </p:txBody>
      </p:sp>
      <p:sp>
        <p:nvSpPr>
          <p:cNvPr id="1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View from inside a stone structure, looking out towards stairs and a clear, blue sky"/>
          <p:cNvSpPr/>
          <p:nvPr>
            <p:ph type="pic" idx="21"/>
          </p:nvPr>
        </p:nvSpPr>
        <p:spPr>
          <a:xfrm>
            <a:off x="0" y="-1270000"/>
            <a:ext cx="24384000" cy="16272934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22" name="Presentation Title"/>
          <p:cNvSpPr txBox="1"/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Presentation Title</a:t>
            </a:r>
          </a:p>
        </p:txBody>
      </p:sp>
      <p:sp>
        <p:nvSpPr>
          <p:cNvPr id="23" name="Body Level One…"/>
          <p:cNvSpPr txBox="1"/>
          <p:nvPr>
            <p:ph type="body" sz="quarter" idx="1" hasCustomPrompt="1"/>
          </p:nvPr>
        </p:nvSpPr>
        <p:spPr>
          <a:xfrm>
            <a:off x="1207690" y="1106137"/>
            <a:ext cx="21968621" cy="636980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  <a:lvl2pPr marL="1066800" indent="-457200" defTabSz="825500">
              <a:lnSpc>
                <a:spcPct val="100000"/>
              </a:lnSpc>
              <a:spcBef>
                <a:spcPts val="0"/>
              </a:spcBef>
              <a:defRPr b="1" sz="3600"/>
            </a:lvl2pPr>
            <a:lvl3pPr marL="1676400" indent="-457200" defTabSz="825500">
              <a:lnSpc>
                <a:spcPct val="100000"/>
              </a:lnSpc>
              <a:spcBef>
                <a:spcPts val="0"/>
              </a:spcBef>
              <a:defRPr b="1" sz="3600"/>
            </a:lvl3pPr>
            <a:lvl4pPr marL="2286000" indent="-457200" defTabSz="825500">
              <a:lnSpc>
                <a:spcPct val="100000"/>
              </a:lnSpc>
              <a:spcBef>
                <a:spcPts val="0"/>
              </a:spcBef>
              <a:defRPr b="1" sz="3600"/>
            </a:lvl4pPr>
            <a:lvl5pPr marL="2895600" indent="-457200" defTabSz="825500">
              <a:lnSpc>
                <a:spcPct val="100000"/>
              </a:lnSpc>
              <a:spcBef>
                <a:spcPts val="0"/>
              </a:spcBef>
              <a:defRPr b="1" sz="3600"/>
            </a:lvl5pPr>
          </a:lstStyle>
          <a:p>
            <a:pPr/>
            <a:r>
              <a:t>Author and Date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4" name="Body Level One…"/>
          <p:cNvSpPr txBox="1"/>
          <p:nvPr>
            <p:ph type="body" sz="quarter" idx="22" hasCustomPrompt="1"/>
          </p:nvPr>
        </p:nvSpPr>
        <p:spPr>
          <a:xfrm>
            <a:off x="1206500" y="11609909"/>
            <a:ext cx="21971000" cy="1116953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Presentation Subtitle</a:t>
            </a:r>
          </a:p>
        </p:txBody>
      </p:sp>
      <p:sp>
        <p:nvSpPr>
          <p:cNvPr id="2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A modern white building with glass panels against a clear, blue sky"/>
          <p:cNvSpPr/>
          <p:nvPr>
            <p:ph type="pic" idx="21"/>
          </p:nvPr>
        </p:nvSpPr>
        <p:spPr>
          <a:xfrm>
            <a:off x="9271000" y="1270000"/>
            <a:ext cx="16764000" cy="11176000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33" name="Slide Title"/>
          <p:cNvSpPr txBox="1"/>
          <p:nvPr>
            <p:ph type="title" hasCustomPrompt="1"/>
          </p:nvPr>
        </p:nvSpPr>
        <p:spPr>
          <a:xfrm>
            <a:off x="1206500" y="1270000"/>
            <a:ext cx="9779000" cy="5882274"/>
          </a:xfrm>
          <a:prstGeom prst="rect">
            <a:avLst/>
          </a:prstGeom>
        </p:spPr>
        <p:txBody>
          <a:bodyPr anchor="b"/>
          <a:lstStyle/>
          <a:p>
            <a:pPr/>
            <a:r>
              <a:t>Slide Title</a:t>
            </a:r>
          </a:p>
        </p:txBody>
      </p:sp>
      <p:sp>
        <p:nvSpPr>
          <p:cNvPr id="34" name="Body Level One…"/>
          <p:cNvSpPr txBox="1"/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5" name="Slide Number"/>
          <p:cNvSpPr txBox="1"/>
          <p:nvPr>
            <p:ph type="sldNum" sz="quarter" idx="2"/>
          </p:nvPr>
        </p:nvSpPr>
        <p:spPr>
          <a:xfrm>
            <a:off x="12001500" y="13085233"/>
            <a:ext cx="368504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3164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43" name="Body Level One…"/>
          <p:cNvSpPr txBox="1"/>
          <p:nvPr>
            <p:ph type="body" sz="quarter" idx="1" hasCustomPrompt="1"/>
          </p:nvPr>
        </p:nvSpPr>
        <p:spPr>
          <a:xfrm>
            <a:off x="1206500" y="2372961"/>
            <a:ext cx="21971000" cy="9347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b="1" sz="5500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b="1" sz="5500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b="1" sz="5500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4" name="Body Level One…"/>
          <p:cNvSpPr txBox="1"/>
          <p:nvPr>
            <p:ph type="body" idx="21" hasCustomPrompt="1"/>
          </p:nvPr>
        </p:nvSpPr>
        <p:spPr>
          <a:xfrm>
            <a:off x="1206500" y="4248503"/>
            <a:ext cx="21971000" cy="8256014"/>
          </a:xfrm>
          <a:prstGeom prst="rect">
            <a:avLst/>
          </a:prstGeom>
        </p:spPr>
        <p:txBody>
          <a:bodyPr numCol="1" spcCol="38100"/>
          <a:lstStyle/>
          <a:p>
            <a:pPr/>
            <a:r>
              <a:t>Slide bullet text</a:t>
            </a:r>
          </a:p>
        </p:txBody>
      </p:sp>
      <p:sp>
        <p:nvSpPr>
          <p:cNvPr id="4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Body Level One…"/>
          <p:cNvSpPr txBox="1"/>
          <p:nvPr>
            <p:ph type="body" sz="quarter" idx="1" hasCustomPrompt="1"/>
          </p:nvPr>
        </p:nvSpPr>
        <p:spPr>
          <a:xfrm>
            <a:off x="1206500" y="2372961"/>
            <a:ext cx="9779000" cy="9347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b="1" sz="5500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b="1" sz="5500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b="1" sz="5500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1" name="Body Level One…"/>
          <p:cNvSpPr txBox="1"/>
          <p:nvPr>
            <p:ph type="body" sz="half" idx="21" hasCustomPrompt="1"/>
          </p:nvPr>
        </p:nvSpPr>
        <p:spPr>
          <a:xfrm>
            <a:off x="1206500" y="4248503"/>
            <a:ext cx="9779000" cy="8256631"/>
          </a:xfrm>
          <a:prstGeom prst="rect">
            <a:avLst/>
          </a:prstGeom>
        </p:spPr>
        <p:txBody>
          <a:bodyPr numCol="1" spcCol="38100"/>
          <a:lstStyle/>
          <a:p>
            <a:pPr/>
            <a:r>
              <a:t>Slide bullet text</a:t>
            </a:r>
          </a:p>
        </p:txBody>
      </p:sp>
      <p:sp>
        <p:nvSpPr>
          <p:cNvPr id="62" name="Small section of a modern shell bridge in Qingdao, Shandong, China with a partly cloudy sky above"/>
          <p:cNvSpPr/>
          <p:nvPr>
            <p:ph type="pic" idx="22"/>
          </p:nvPr>
        </p:nvSpPr>
        <p:spPr>
          <a:xfrm>
            <a:off x="9271000" y="1263847"/>
            <a:ext cx="16773843" cy="11188206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63" name="Slide Title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6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Live Video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Body Level One…"/>
          <p:cNvSpPr txBox="1"/>
          <p:nvPr>
            <p:ph type="body" sz="quarter" idx="1" hasCustomPrompt="1"/>
          </p:nvPr>
        </p:nvSpPr>
        <p:spPr>
          <a:xfrm>
            <a:off x="1206500" y="2372961"/>
            <a:ext cx="9779000" cy="9347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b="1" sz="5500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b="1" sz="5500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b="1" sz="5500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72" name="Body Level One…"/>
          <p:cNvSpPr txBox="1"/>
          <p:nvPr>
            <p:ph type="body" sz="half" idx="21" hasCustomPrompt="1"/>
          </p:nvPr>
        </p:nvSpPr>
        <p:spPr>
          <a:xfrm>
            <a:off x="1206500" y="4248503"/>
            <a:ext cx="9779000" cy="8256631"/>
          </a:xfrm>
          <a:prstGeom prst="rect">
            <a:avLst/>
          </a:prstGeom>
        </p:spPr>
        <p:txBody>
          <a:bodyPr numCol="1" spcCol="38100"/>
          <a:lstStyle/>
          <a:p>
            <a:pPr/>
            <a:r>
              <a:t>Slide bullet text</a:t>
            </a:r>
          </a:p>
        </p:txBody>
      </p:sp>
      <p:sp>
        <p:nvSpPr>
          <p:cNvPr id="73" name="Slide Title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7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Live Video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Body Level One…"/>
          <p:cNvSpPr txBox="1"/>
          <p:nvPr>
            <p:ph type="body" sz="quarter" idx="1" hasCustomPrompt="1"/>
          </p:nvPr>
        </p:nvSpPr>
        <p:spPr>
          <a:xfrm>
            <a:off x="1206500" y="2372961"/>
            <a:ext cx="9779000" cy="9347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b="1" sz="5500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b="1" sz="5500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b="1" sz="5500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82" name="Body Level One…"/>
          <p:cNvSpPr txBox="1"/>
          <p:nvPr>
            <p:ph type="body" sz="half" idx="21" hasCustomPrompt="1"/>
          </p:nvPr>
        </p:nvSpPr>
        <p:spPr>
          <a:xfrm>
            <a:off x="1206500" y="4248503"/>
            <a:ext cx="9779000" cy="8256631"/>
          </a:xfrm>
          <a:prstGeom prst="rect">
            <a:avLst/>
          </a:prstGeom>
        </p:spPr>
        <p:txBody>
          <a:bodyPr numCol="1" spcCol="38100"/>
          <a:lstStyle/>
          <a:p>
            <a:pPr/>
            <a:r>
              <a:t>Slide bullet text</a:t>
            </a:r>
          </a:p>
        </p:txBody>
      </p:sp>
      <p:sp>
        <p:nvSpPr>
          <p:cNvPr id="83" name="Slide Title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8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ection Title"/>
          <p:cNvSpPr txBox="1"/>
          <p:nvPr>
            <p:ph type="title" hasCustomPrompt="1"/>
          </p:nvPr>
        </p:nvSpPr>
        <p:spPr>
          <a:xfrm>
            <a:off x="1206496" y="4533900"/>
            <a:ext cx="21971005" cy="4648200"/>
          </a:xfrm>
          <a:prstGeom prst="rect">
            <a:avLst/>
          </a:prstGeom>
        </p:spPr>
        <p:txBody>
          <a:bodyPr anchor="ctr"/>
          <a:lstStyle>
            <a:lvl1pPr>
              <a:defRPr b="0"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Section Title</a:t>
            </a:r>
          </a:p>
        </p:txBody>
      </p:sp>
      <p:sp>
        <p:nvSpPr>
          <p:cNvPr id="92" name="Slide Number"/>
          <p:cNvSpPr txBox="1"/>
          <p:nvPr>
            <p:ph type="sldNum" sz="quarter" idx="2"/>
          </p:nvPr>
        </p:nvSpPr>
        <p:spPr>
          <a:xfrm>
            <a:off x="12001500" y="13085233"/>
            <a:ext cx="368504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lide Title"/>
          <p:cNvSpPr txBox="1"/>
          <p:nvPr>
            <p:ph type="title" hasCustomPrompt="1"/>
          </p:nvPr>
        </p:nvSpPr>
        <p:spPr>
          <a:xfrm>
            <a:off x="1206500" y="1079500"/>
            <a:ext cx="21971000" cy="1434950"/>
          </a:xfrm>
          <a:prstGeom prst="rect">
            <a:avLst/>
          </a:prstGeom>
        </p:spPr>
        <p:txBody>
          <a:bodyPr/>
          <a:lstStyle/>
          <a:p>
            <a:pPr/>
            <a:r>
              <a:t>Slide Title</a:t>
            </a:r>
          </a:p>
        </p:txBody>
      </p:sp>
      <p:sp>
        <p:nvSpPr>
          <p:cNvPr id="100" name="Body Level One…"/>
          <p:cNvSpPr txBox="1"/>
          <p:nvPr>
            <p:ph type="body" sz="quarter" idx="1" hasCustomPrompt="1"/>
          </p:nvPr>
        </p:nvSpPr>
        <p:spPr>
          <a:xfrm>
            <a:off x="1206500" y="2372961"/>
            <a:ext cx="21971000" cy="9347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b="1" sz="5500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b="1" sz="5500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b="1" sz="5500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b="1" sz="5500"/>
            </a:lvl5pPr>
          </a:lstStyle>
          <a:p>
            <a:pPr/>
            <a:r>
              <a:t>Slide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0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Agenda Title"/>
          <p:cNvSpPr txBox="1"/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pPr/>
            <a:r>
              <a:t>Agenda Title</a:t>
            </a:r>
          </a:p>
        </p:txBody>
      </p:sp>
      <p:sp>
        <p:nvSpPr>
          <p:cNvPr id="109" name="Body Level One…"/>
          <p:cNvSpPr txBox="1"/>
          <p:nvPr>
            <p:ph type="body" sz="quarter" idx="1" hasCustomPrompt="1"/>
          </p:nvPr>
        </p:nvSpPr>
        <p:spPr>
          <a:xfrm>
            <a:off x="1206500" y="2372961"/>
            <a:ext cx="21971000" cy="9347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b="1" sz="5500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b="1" sz="5500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b="1" sz="5500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b="1" sz="5500"/>
            </a:lvl5pPr>
          </a:lstStyle>
          <a:p>
            <a:pPr/>
            <a:r>
              <a:t>Agenda Subtitle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0" name="Body Level One…"/>
          <p:cNvSpPr txBox="1"/>
          <p:nvPr>
            <p:ph type="body" idx="21" hasCustomPrompt="1"/>
          </p:nvPr>
        </p:nvSpPr>
        <p:spPr>
          <a:xfrm>
            <a:off x="1206500" y="4248503"/>
            <a:ext cx="21971000" cy="8256014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99" sz="5500"/>
            </a:lvl1pPr>
          </a:lstStyle>
          <a:p>
            <a:pPr/>
            <a:r>
              <a:t>Agenda Topics</a:t>
            </a:r>
          </a:p>
        </p:txBody>
      </p:sp>
      <p:sp>
        <p:nvSpPr>
          <p:cNvPr id="1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Body Level One…"/>
          <p:cNvSpPr txBox="1"/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numCol="1" spcCol="38100"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Statement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Body Level One…"/>
          <p:cNvSpPr txBox="1"/>
          <p:nvPr>
            <p:ph type="body" idx="1" hasCustomPrompt="1"/>
          </p:nvPr>
        </p:nvSpPr>
        <p:spPr>
          <a:xfrm>
            <a:off x="1206500" y="1075926"/>
            <a:ext cx="21971000" cy="7241586"/>
          </a:xfrm>
          <a:prstGeom prst="rect">
            <a:avLst/>
          </a:prstGeom>
        </p:spPr>
        <p:txBody>
          <a:bodyPr numCol="1" spcCol="38100"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1pPr>
            <a:lvl2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2pPr>
            <a:lvl3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3pPr>
            <a:lvl4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4pPr>
            <a:lvl5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5pPr>
          </a:lstStyle>
          <a:p>
            <a:pPr/>
            <a:r>
              <a:t>100%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7" name="Fact information"/>
          <p:cNvSpPr txBox="1"/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Fact information</a:t>
            </a:r>
          </a:p>
        </p:txBody>
      </p:sp>
      <p:sp>
        <p:nvSpPr>
          <p:cNvPr id="12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Body Level One…"/>
          <p:cNvSpPr txBox="1"/>
          <p:nvPr>
            <p:ph type="body" sz="quarter" idx="1" hasCustomPrompt="1"/>
          </p:nvPr>
        </p:nvSpPr>
        <p:spPr>
          <a:xfrm>
            <a:off x="2430024" y="10675453"/>
            <a:ext cx="20200054" cy="636980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  <a:lvl2pPr marL="1066800" indent="-457200" defTabSz="825500">
              <a:lnSpc>
                <a:spcPct val="100000"/>
              </a:lnSpc>
              <a:spcBef>
                <a:spcPts val="0"/>
              </a:spcBef>
              <a:defRPr b="1" sz="3600"/>
            </a:lvl2pPr>
            <a:lvl3pPr marL="1676400" indent="-457200" defTabSz="825500">
              <a:lnSpc>
                <a:spcPct val="100000"/>
              </a:lnSpc>
              <a:spcBef>
                <a:spcPts val="0"/>
              </a:spcBef>
              <a:defRPr b="1" sz="3600"/>
            </a:lvl3pPr>
            <a:lvl4pPr marL="2286000" indent="-457200" defTabSz="825500">
              <a:lnSpc>
                <a:spcPct val="100000"/>
              </a:lnSpc>
              <a:spcBef>
                <a:spcPts val="0"/>
              </a:spcBef>
              <a:defRPr b="1" sz="3600"/>
            </a:lvl4pPr>
            <a:lvl5pPr marL="2895600" indent="-457200" defTabSz="825500">
              <a:lnSpc>
                <a:spcPct val="100000"/>
              </a:lnSpc>
              <a:spcBef>
                <a:spcPts val="0"/>
              </a:spcBef>
              <a:defRPr b="1" sz="3600"/>
            </a:lvl5pPr>
          </a:lstStyle>
          <a:p>
            <a:pPr/>
            <a:r>
              <a:t>Attribution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6" name="Body Level One…"/>
          <p:cNvSpPr txBox="1"/>
          <p:nvPr>
            <p:ph type="body" sz="half" idx="21" hasCustomPrompt="1"/>
          </p:nvPr>
        </p:nvSpPr>
        <p:spPr>
          <a:xfrm>
            <a:off x="1753923" y="4939860"/>
            <a:ext cx="20876154" cy="3836281"/>
          </a:xfrm>
          <a:prstGeom prst="rect">
            <a:avLst/>
          </a:prstGeom>
        </p:spPr>
        <p:txBody>
          <a:bodyPr numCol="1" spcCol="38100"/>
          <a:lstStyle>
            <a:lvl1pPr marL="469900" indent="-300876">
              <a:spcBef>
                <a:spcPts val="0"/>
              </a:spcBef>
              <a:buSzTx/>
              <a:buNone/>
              <a:defRPr spc="-20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“Notable Quote”</a:t>
            </a:r>
          </a:p>
        </p:txBody>
      </p:sp>
      <p:sp>
        <p:nvSpPr>
          <p:cNvPr id="13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Low-angle exterior view of a modern building facade covered with aluminium discs under a clear, blue sky"/>
          <p:cNvSpPr/>
          <p:nvPr>
            <p:ph type="pic" sz="quarter" idx="21"/>
          </p:nvPr>
        </p:nvSpPr>
        <p:spPr>
          <a:xfrm>
            <a:off x="15417800" y="1270000"/>
            <a:ext cx="8144934" cy="5410200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145" name="Low-angle view of a modern, curved building under a cloudy sky"/>
          <p:cNvSpPr/>
          <p:nvPr>
            <p:ph type="pic" sz="quarter" idx="22"/>
          </p:nvPr>
        </p:nvSpPr>
        <p:spPr>
          <a:xfrm>
            <a:off x="15443200" y="7086600"/>
            <a:ext cx="8138580" cy="5422900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146" name="View from inside a modern white building with glass panels, looking up to a bright, partly cloudy sky"/>
          <p:cNvSpPr/>
          <p:nvPr>
            <p:ph type="pic" idx="23"/>
          </p:nvPr>
        </p:nvSpPr>
        <p:spPr>
          <a:xfrm>
            <a:off x="-124636" y="1270000"/>
            <a:ext cx="16840170" cy="11243713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14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Low-angle view of the Azadi Tower in Tehran, Iran against a clear, bright sky"/>
          <p:cNvSpPr/>
          <p:nvPr>
            <p:ph type="pic" idx="21"/>
          </p:nvPr>
        </p:nvSpPr>
        <p:spPr>
          <a:xfrm>
            <a:off x="0" y="-1282700"/>
            <a:ext cx="24384000" cy="16281400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15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5.xml"/><Relationship Id="rId18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7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blipFill rotWithShape="1">
          <a:blip r:embed="rId2"/>
          <a:srcRect l="0" t="0" r="0" b="0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dy Level One…"/>
          <p:cNvSpPr txBox="1"/>
          <p:nvPr>
            <p:ph type="body" idx="1" hasCustomPrompt="1"/>
          </p:nvPr>
        </p:nvSpPr>
        <p:spPr>
          <a:xfrm>
            <a:off x="1206500" y="4248503"/>
            <a:ext cx="21971000" cy="8256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numCol="2" spcCol="1098550">
            <a:normAutofit fontScale="100000" lnSpcReduction="0"/>
          </a:bodyPr>
          <a:lstStyle/>
          <a:p>
            <a:pPr/>
            <a:r>
              <a:t>Slide bullet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" name="Title Text"/>
          <p:cNvSpPr txBox="1"/>
          <p:nvPr>
            <p:ph type="title"/>
          </p:nvPr>
        </p:nvSpPr>
        <p:spPr>
          <a:xfrm>
            <a:off x="3653366" y="2743200"/>
            <a:ext cx="19507201" cy="1505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2001500" y="13080999"/>
            <a:ext cx="368504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</p:sldLayoutIdLst>
  <p:transition xmlns:p14="http://schemas.microsoft.com/office/powerpoint/2010/main" spd="med" advClick="1"/>
  <p:txStyles>
    <p:titleStyle>
      <a:lvl1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1pPr>
      <a:lvl2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2pPr>
      <a:lvl3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3pPr>
      <a:lvl4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4pPr>
      <a:lvl5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5pPr>
      <a:lvl6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6pPr>
      <a:lvl7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7pPr>
      <a:lvl8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8pPr>
      <a:lvl9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9pPr>
    </p:titleStyle>
    <p:bodyStyle>
      <a:lvl1pPr marL="6096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1pPr>
      <a:lvl2pPr marL="12192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2pPr>
      <a:lvl3pPr marL="18288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3pPr>
      <a:lvl4pPr marL="24384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4pPr>
      <a:lvl5pPr marL="30480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5pPr>
      <a:lvl6pPr marL="36576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6pPr>
      <a:lvl7pPr marL="42672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7pPr>
      <a:lvl8pPr marL="48768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8pPr>
      <a:lvl9pPr marL="54864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Генератор кода"/>
          <p:cNvSpPr txBox="1"/>
          <p:nvPr>
            <p:ph type="title"/>
          </p:nvPr>
        </p:nvSpPr>
        <p:spPr>
          <a:xfrm>
            <a:off x="1206495" y="2574990"/>
            <a:ext cx="21971006" cy="4648203"/>
          </a:xfrm>
          <a:prstGeom prst="rect">
            <a:avLst/>
          </a:prstGeom>
        </p:spPr>
        <p:txBody>
          <a:bodyPr/>
          <a:lstStyle>
            <a:lvl1pPr algn="ctr">
              <a:defRPr spc="-300"/>
            </a:lvl1pPr>
          </a:lstStyle>
          <a:p>
            <a:pPr/>
            <a:r>
              <a:t>Генератор кода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Виртуальная машина"/>
          <p:cNvSpPr txBox="1"/>
          <p:nvPr>
            <p:ph type="title"/>
          </p:nvPr>
        </p:nvSpPr>
        <p:spPr>
          <a:xfrm>
            <a:off x="1206500" y="1079499"/>
            <a:ext cx="21971000" cy="1433165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Виртуальная машина</a:t>
            </a:r>
          </a:p>
        </p:txBody>
      </p:sp>
      <p:sp>
        <p:nvSpPr>
          <p:cNvPr id="174" name="Мы не будем рассматривать генерацию кода для реального процессора. Это сопряжено с множеством трудностей.…"/>
          <p:cNvSpPr txBox="1"/>
          <p:nvPr>
            <p:ph type="body" idx="1"/>
          </p:nvPr>
        </p:nvSpPr>
        <p:spPr>
          <a:xfrm>
            <a:off x="1206500" y="3238706"/>
            <a:ext cx="21971000" cy="9265810"/>
          </a:xfrm>
          <a:prstGeom prst="rect">
            <a:avLst/>
          </a:prstGeom>
        </p:spPr>
        <p:txBody>
          <a:bodyPr lIns="50800" tIns="50800" rIns="50800" bIns="50800"/>
          <a:lstStyle/>
          <a:p>
            <a:pPr defTabSz="2438337">
              <a:lnSpc>
                <a:spcPct val="90000"/>
              </a:lnSpc>
              <a:spcBef>
                <a:spcPts val="4500"/>
              </a:spcBef>
              <a:defRPr b="0" sz="4800"/>
            </a:pPr>
            <a:r>
              <a:t>Мы не будем рассматривать генерацию кода для реального процессора. Это сопряжено с множеством трудностей. </a:t>
            </a:r>
          </a:p>
          <a:p>
            <a:pPr defTabSz="2438337">
              <a:lnSpc>
                <a:spcPct val="90000"/>
              </a:lnSpc>
              <a:spcBef>
                <a:spcPts val="4500"/>
              </a:spcBef>
              <a:defRPr b="0" sz="4800"/>
            </a:pPr>
            <a:r>
              <a:t>Вместо этого напишем программу, которая будет имитировать работу простенького процессора. Наш компилятор сможет работать на любой архитектуре процессора, за счет реализации программного-виртуального процессора. Нужен лишь компилятор C++, для запуска программы.</a:t>
            </a:r>
          </a:p>
          <a:p>
            <a:pPr defTabSz="2438337">
              <a:lnSpc>
                <a:spcPct val="90000"/>
              </a:lnSpc>
              <a:spcBef>
                <a:spcPts val="4500"/>
              </a:spcBef>
              <a:defRPr b="0" sz="4800"/>
            </a:pPr>
            <a:r>
              <a:t>Несуществующий абстрактный компьютер, работа которого реализуется на реальной машине с помощью программных средств называется виртуальной машиной.</a:t>
            </a:r>
          </a:p>
          <a:p>
            <a:pPr defTabSz="2438337">
              <a:lnSpc>
                <a:spcPct val="90000"/>
              </a:lnSpc>
              <a:spcBef>
                <a:spcPts val="4500"/>
              </a:spcBef>
              <a:defRPr b="0" sz="4800"/>
            </a:pPr>
            <a:r>
              <a:t>Наш компьютер будет называться - ОВМ.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Архитектура ОВМ"/>
          <p:cNvSpPr txBox="1"/>
          <p:nvPr>
            <p:ph type="title"/>
          </p:nvPr>
        </p:nvSpPr>
        <p:spPr>
          <a:xfrm>
            <a:off x="1206500" y="1079499"/>
            <a:ext cx="21971000" cy="1433165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Архитектура ОВМ</a:t>
            </a:r>
          </a:p>
        </p:txBody>
      </p:sp>
      <p:sp>
        <p:nvSpPr>
          <p:cNvPr id="177" name="ОВМ будет содержать процессор и память. Процессор способен выполнять определенный набор команд, а также содержит ряд регистров в памяти. Также в памяти будет храниться программа и данные.…"/>
          <p:cNvSpPr txBox="1"/>
          <p:nvPr>
            <p:ph type="body" idx="1"/>
          </p:nvPr>
        </p:nvSpPr>
        <p:spPr>
          <a:xfrm>
            <a:off x="1206500" y="3238706"/>
            <a:ext cx="21971000" cy="9265810"/>
          </a:xfrm>
          <a:prstGeom prst="rect">
            <a:avLst/>
          </a:prstGeom>
        </p:spPr>
        <p:txBody>
          <a:bodyPr lIns="50800" tIns="50800" rIns="50800" bIns="50800"/>
          <a:lstStyle/>
          <a:p>
            <a:pPr defTabSz="2438337">
              <a:lnSpc>
                <a:spcPct val="90000"/>
              </a:lnSpc>
              <a:spcBef>
                <a:spcPts val="4500"/>
              </a:spcBef>
              <a:defRPr b="0" sz="4800"/>
            </a:pPr>
            <a:r>
              <a:t>ОВМ будет содержать процессор и память. Процессор способен выполнять определенный набор команд, а также содержит ряд регистров в памяти. Также в памяти будет храниться программа и данные.</a:t>
            </a:r>
          </a:p>
          <a:p>
            <a:pPr defTabSz="2438337">
              <a:lnSpc>
                <a:spcPct val="90000"/>
              </a:lnSpc>
              <a:spcBef>
                <a:spcPts val="4500"/>
              </a:spcBef>
              <a:defRPr b="0" sz="4800"/>
            </a:pPr>
            <a:r>
              <a:t>В языке О есть данные только целого типа, поэтому память будет состоять из слов-ячеек, каждая из которых хранит в себе одно целое число. Каждое слово имеет уникальный адрес, который выражается целым числом.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pasted-movie.png" descr="pasted-movi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576025" y="791649"/>
            <a:ext cx="17231950" cy="12132701"/>
          </a:xfrm>
          <a:prstGeom prst="rect">
            <a:avLst/>
          </a:prstGeom>
          <a:ln w="63500">
            <a:solidFill>
              <a:srgbClr val="000000"/>
            </a:solidFill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Процессор"/>
          <p:cNvSpPr txBox="1"/>
          <p:nvPr>
            <p:ph type="title"/>
          </p:nvPr>
        </p:nvSpPr>
        <p:spPr>
          <a:xfrm>
            <a:off x="1206500" y="1079499"/>
            <a:ext cx="21971000" cy="1433165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Процессор</a:t>
            </a:r>
          </a:p>
        </p:txBody>
      </p:sp>
      <p:sp>
        <p:nvSpPr>
          <p:cNvPr id="182" name="В качестве виртуального процессора будем использовать стековую машину с безадресной системой команд. Программа для такой машины представляет собой последовательность операндов и операций, соответствующих обратной польской записи программы.…"/>
          <p:cNvSpPr txBox="1"/>
          <p:nvPr>
            <p:ph type="body" idx="1"/>
          </p:nvPr>
        </p:nvSpPr>
        <p:spPr>
          <a:xfrm>
            <a:off x="1206500" y="3238706"/>
            <a:ext cx="21971000" cy="9265810"/>
          </a:xfrm>
          <a:prstGeom prst="rect">
            <a:avLst/>
          </a:prstGeom>
        </p:spPr>
        <p:txBody>
          <a:bodyPr lIns="50800" tIns="50800" rIns="50800" bIns="50800"/>
          <a:lstStyle/>
          <a:p>
            <a:pPr defTabSz="2438337">
              <a:lnSpc>
                <a:spcPct val="90000"/>
              </a:lnSpc>
              <a:spcBef>
                <a:spcPts val="4500"/>
              </a:spcBef>
              <a:defRPr b="0" sz="4800"/>
            </a:pPr>
            <a:r>
              <a:t>В качестве виртуального процессора будем использовать стековую машину с безадресной системой команд. Программа для такой машины представляет собой последовательность операндов и операций, соответствующих обратной польской записи программы.</a:t>
            </a:r>
          </a:p>
          <a:p>
            <a:pPr defTabSz="2438337">
              <a:lnSpc>
                <a:spcPct val="90000"/>
              </a:lnSpc>
              <a:spcBef>
                <a:spcPts val="4500"/>
              </a:spcBef>
              <a:defRPr b="0" sz="4800"/>
            </a:pPr>
            <a:r>
              <a:t>Операнд заносятся в стек, операции выполняются над верхними элементами стека, результат операции заменяет собой верхние операнды.</a:t>
            </a:r>
          </a:p>
          <a:p>
            <a:pPr defTabSz="2438337">
              <a:lnSpc>
                <a:spcPct val="90000"/>
              </a:lnSpc>
              <a:spcBef>
                <a:spcPts val="4500"/>
              </a:spcBef>
              <a:defRPr b="0" sz="4800"/>
            </a:pPr>
            <a:r>
              <a:t>Каждый операнд, это одно слово в памяти. Для различий операндов и операций в стеке, предусмотрим кодирование операций отрицательными числами, соответсвенно не может быть указан отрицательный операнд в стеке. Для указания ударного минуса будет использоваться специальная операция.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Программный счетчик"/>
          <p:cNvSpPr txBox="1"/>
          <p:nvPr>
            <p:ph type="title"/>
          </p:nvPr>
        </p:nvSpPr>
        <p:spPr>
          <a:xfrm>
            <a:off x="1206500" y="1079499"/>
            <a:ext cx="21971000" cy="1433165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Программный счетчик</a:t>
            </a:r>
          </a:p>
        </p:txBody>
      </p:sp>
      <p:sp>
        <p:nvSpPr>
          <p:cNvPr id="185" name="Команды программы располагаются в памяти ОВМ. Процессор выполняют команды одну за другой, начиная с команды по адресу 0.…"/>
          <p:cNvSpPr txBox="1"/>
          <p:nvPr>
            <p:ph type="body" idx="1"/>
          </p:nvPr>
        </p:nvSpPr>
        <p:spPr>
          <a:xfrm>
            <a:off x="1206500" y="3238706"/>
            <a:ext cx="21971000" cy="9265810"/>
          </a:xfrm>
          <a:prstGeom prst="rect">
            <a:avLst/>
          </a:prstGeom>
        </p:spPr>
        <p:txBody>
          <a:bodyPr lIns="50800" tIns="50800" rIns="50800" bIns="50800"/>
          <a:lstStyle/>
          <a:p>
            <a:pPr defTabSz="2438337">
              <a:lnSpc>
                <a:spcPct val="90000"/>
              </a:lnSpc>
              <a:spcBef>
                <a:spcPts val="4500"/>
              </a:spcBef>
              <a:defRPr b="0" sz="4800"/>
            </a:pPr>
            <a:r>
              <a:t>Команды программы располагаются в памяти ОВМ. Процессор выполняют команды одну за другой, начиная с команды по адресу 0.</a:t>
            </a:r>
          </a:p>
          <a:p>
            <a:pPr defTabSz="2438337">
              <a:lnSpc>
                <a:spcPct val="90000"/>
              </a:lnSpc>
              <a:spcBef>
                <a:spcPts val="4500"/>
              </a:spcBef>
              <a:defRPr b="0" sz="4800"/>
            </a:pPr>
            <a:r>
              <a:t>Адрес очередной команды для исполнения, записан в регистре процессора, обозначаемом PC (program counter).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Стек"/>
          <p:cNvSpPr txBox="1"/>
          <p:nvPr>
            <p:ph type="title"/>
          </p:nvPr>
        </p:nvSpPr>
        <p:spPr>
          <a:xfrm>
            <a:off x="1206500" y="1079499"/>
            <a:ext cx="21971000" cy="1433165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Стек </a:t>
            </a:r>
          </a:p>
        </p:txBody>
      </p:sp>
      <p:sp>
        <p:nvSpPr>
          <p:cNvPr id="188" name="Стек, используемый ОВМ для вычисления, будет находиться в старших адресах памяти.…"/>
          <p:cNvSpPr txBox="1"/>
          <p:nvPr>
            <p:ph type="body" idx="1"/>
          </p:nvPr>
        </p:nvSpPr>
        <p:spPr>
          <a:xfrm>
            <a:off x="1206500" y="3238706"/>
            <a:ext cx="21971000" cy="9265810"/>
          </a:xfrm>
          <a:prstGeom prst="rect">
            <a:avLst/>
          </a:prstGeom>
        </p:spPr>
        <p:txBody>
          <a:bodyPr lIns="50800" tIns="50800" rIns="50800" bIns="50800"/>
          <a:lstStyle/>
          <a:p>
            <a:pPr defTabSz="2438337">
              <a:lnSpc>
                <a:spcPct val="90000"/>
              </a:lnSpc>
              <a:spcBef>
                <a:spcPts val="4500"/>
              </a:spcBef>
              <a:defRPr b="0" sz="4800"/>
            </a:pPr>
            <a:r>
              <a:t>Стек, используемый ОВМ для вычисления, будет находиться в старших адресах памяти.</a:t>
            </a:r>
          </a:p>
          <a:p>
            <a:pPr defTabSz="2438337">
              <a:lnSpc>
                <a:spcPct val="90000"/>
              </a:lnSpc>
              <a:spcBef>
                <a:spcPts val="4500"/>
              </a:spcBef>
              <a:defRPr b="0" sz="4800"/>
            </a:pPr>
            <a:r>
              <a:t>На текущую вершину указывает регистр процессора SP (stack pointer). SP указывает на адрес ячейки, являющейся вершиной стека.</a:t>
            </a:r>
          </a:p>
          <a:p>
            <a:pPr defTabSz="2438337">
              <a:lnSpc>
                <a:spcPct val="90000"/>
              </a:lnSpc>
              <a:spcBef>
                <a:spcPts val="4500"/>
              </a:spcBef>
              <a:defRPr b="0" sz="4800"/>
            </a:pPr>
            <a:r>
              <a:t>Значение SP уменьшается при добавлении элементов в стек.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Система команд"/>
          <p:cNvSpPr txBox="1"/>
          <p:nvPr>
            <p:ph type="title"/>
          </p:nvPr>
        </p:nvSpPr>
        <p:spPr>
          <a:xfrm>
            <a:off x="306021" y="131627"/>
            <a:ext cx="21971002" cy="1433165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Система команд</a:t>
            </a:r>
          </a:p>
        </p:txBody>
      </p:sp>
      <p:pic>
        <p:nvPicPr>
          <p:cNvPr id="191" name="pasted-movie.png" descr="pasted-movi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067352" y="1709958"/>
            <a:ext cx="16249297" cy="1154484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pasted-movie.png" descr="pasted-movi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35685" y="210941"/>
            <a:ext cx="11512630" cy="1329411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Система команд"/>
          <p:cNvSpPr txBox="1"/>
          <p:nvPr>
            <p:ph type="title"/>
          </p:nvPr>
        </p:nvSpPr>
        <p:spPr>
          <a:xfrm>
            <a:off x="1206500" y="1079499"/>
            <a:ext cx="21971000" cy="1433165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Система команд</a:t>
            </a:r>
          </a:p>
        </p:txBody>
      </p:sp>
      <p:sp>
        <p:nvSpPr>
          <p:cNvPr id="196" name="Двухместные операции (ADD, SUB, MUL, DIV, MOD) заменяют два операнд с вершины стека результатом выполнения операции.…"/>
          <p:cNvSpPr txBox="1"/>
          <p:nvPr>
            <p:ph type="body" idx="1"/>
          </p:nvPr>
        </p:nvSpPr>
        <p:spPr>
          <a:xfrm>
            <a:off x="1206500" y="3238706"/>
            <a:ext cx="21971000" cy="9265810"/>
          </a:xfrm>
          <a:prstGeom prst="rect">
            <a:avLst/>
          </a:prstGeom>
        </p:spPr>
        <p:txBody>
          <a:bodyPr lIns="50800" tIns="50800" rIns="50800" bIns="50800"/>
          <a:lstStyle/>
          <a:p>
            <a:pPr defTabSz="2438337">
              <a:lnSpc>
                <a:spcPct val="90000"/>
              </a:lnSpc>
              <a:spcBef>
                <a:spcPts val="4500"/>
              </a:spcBef>
              <a:defRPr b="0" sz="4800"/>
            </a:pPr>
            <a:r>
              <a:t>Двухместные операции (ADD, SUB, MUL, DIV, MOD) заменяют два операнд с вершины стека результатом выполнения операции.</a:t>
            </a:r>
          </a:p>
          <a:p>
            <a:pPr defTabSz="2438337">
              <a:lnSpc>
                <a:spcPct val="90000"/>
              </a:lnSpc>
              <a:spcBef>
                <a:spcPts val="4500"/>
              </a:spcBef>
              <a:defRPr b="0" sz="4800"/>
            </a:pPr>
            <a:r>
              <a:t>Операция NEG меняет знак операнд на вершине стека.</a:t>
            </a:r>
          </a:p>
          <a:p>
            <a:pPr defTabSz="2438337">
              <a:lnSpc>
                <a:spcPct val="90000"/>
              </a:lnSpc>
              <a:spcBef>
                <a:spcPts val="4500"/>
              </a:spcBef>
              <a:defRPr b="0" sz="4800"/>
            </a:pPr>
            <a:r>
              <a:t>Команда LOAD загружает на вершину стека значение, хранящееся в памяти по указанному адресу A.</a:t>
            </a:r>
          </a:p>
          <a:p>
            <a:pPr defTabSz="2438337">
              <a:lnSpc>
                <a:spcPct val="90000"/>
              </a:lnSpc>
              <a:spcBef>
                <a:spcPts val="4500"/>
              </a:spcBef>
              <a:defRPr b="0" sz="4800"/>
            </a:pPr>
            <a:r>
              <a:t>Команда SAVE сохраняет взятое со стека значение по адресу A. Перед выполнением SAVE на вершине стека должно быть сохраняемое значение, а под ним адрес.</a:t>
            </a:r>
          </a:p>
          <a:p>
            <a:pPr defTabSz="2438337">
              <a:lnSpc>
                <a:spcPct val="90000"/>
              </a:lnSpc>
              <a:spcBef>
                <a:spcPts val="4500"/>
              </a:spcBef>
              <a:defRPr b="0" sz="4800"/>
            </a:pPr>
            <a:r>
              <a:t>Команда DUP - дублирует значение на вершине стека.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Система команд"/>
          <p:cNvSpPr txBox="1"/>
          <p:nvPr>
            <p:ph type="title"/>
          </p:nvPr>
        </p:nvSpPr>
        <p:spPr>
          <a:xfrm>
            <a:off x="1206500" y="1079499"/>
            <a:ext cx="21971000" cy="1433165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Система команд</a:t>
            </a:r>
          </a:p>
        </p:txBody>
      </p:sp>
      <p:sp>
        <p:nvSpPr>
          <p:cNvPr id="199" name="Команда DROP - уничтожает верхний элемент.…"/>
          <p:cNvSpPr txBox="1"/>
          <p:nvPr>
            <p:ph type="body" idx="1"/>
          </p:nvPr>
        </p:nvSpPr>
        <p:spPr>
          <a:xfrm>
            <a:off x="1206500" y="3519366"/>
            <a:ext cx="21971000" cy="9170374"/>
          </a:xfrm>
          <a:prstGeom prst="rect">
            <a:avLst/>
          </a:prstGeom>
        </p:spPr>
        <p:txBody>
          <a:bodyPr lIns="50800" tIns="50800" rIns="50800" bIns="50800"/>
          <a:lstStyle/>
          <a:p>
            <a:pPr defTabSz="2438337">
              <a:lnSpc>
                <a:spcPct val="90000"/>
              </a:lnSpc>
              <a:spcBef>
                <a:spcPts val="4500"/>
              </a:spcBef>
              <a:defRPr b="0" sz="4800"/>
            </a:pPr>
            <a:r>
              <a:t>Команда DROP - уничтожает верхний элемент.</a:t>
            </a:r>
          </a:p>
          <a:p>
            <a:pPr defTabSz="2438337">
              <a:lnSpc>
                <a:spcPct val="90000"/>
              </a:lnSpc>
              <a:spcBef>
                <a:spcPts val="4500"/>
              </a:spcBef>
              <a:defRPr b="0" sz="4800"/>
            </a:pPr>
            <a:r>
              <a:t>Команда SWAP - меняет местами два верхних элементам стека.</a:t>
            </a:r>
          </a:p>
          <a:p>
            <a:pPr defTabSz="2438337">
              <a:lnSpc>
                <a:spcPct val="90000"/>
              </a:lnSpc>
              <a:spcBef>
                <a:spcPts val="4500"/>
              </a:spcBef>
              <a:defRPr b="0" sz="4800"/>
            </a:pPr>
            <a:r>
              <a:t>Команда OVER - дублирует на вершине стека элемент, находившийся под вершиной.</a:t>
            </a:r>
          </a:p>
          <a:p>
            <a:pPr defTabSz="2438337">
              <a:lnSpc>
                <a:spcPct val="90000"/>
              </a:lnSpc>
              <a:spcBef>
                <a:spcPts val="4500"/>
              </a:spcBef>
              <a:defRPr b="0" sz="4800"/>
            </a:pPr>
            <a:r>
              <a:t>Команда GOTO - выполняет переход по адресу, находящемуся на вершине стека (по сути PC присваиваем значение адреса с вершины стека).</a:t>
            </a:r>
          </a:p>
          <a:p>
            <a:pPr defTabSz="2438337">
              <a:lnSpc>
                <a:spcPct val="90000"/>
              </a:lnSpc>
              <a:spcBef>
                <a:spcPts val="4500"/>
              </a:spcBef>
              <a:defRPr b="0" sz="4800"/>
            </a:pPr>
            <a:r>
              <a:t>Условные операции - требуется наличие трех операндов в стеке, самый верхний операнд это адрес, по которому осуществляется переход, если выполняется отношение между двумя следующими операндами.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Пример работы генератора кода"/>
          <p:cNvSpPr txBox="1"/>
          <p:nvPr>
            <p:ph type="title"/>
          </p:nvPr>
        </p:nvSpPr>
        <p:spPr>
          <a:xfrm>
            <a:off x="1206500" y="1079499"/>
            <a:ext cx="21971000" cy="1433165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Пример работы генератора кода</a:t>
            </a:r>
          </a:p>
        </p:txBody>
      </p:sp>
      <p:sp>
        <p:nvSpPr>
          <p:cNvPr id="202" name="Давайте рассмотрим работу генератора кода на небольшом примере."/>
          <p:cNvSpPr txBox="1"/>
          <p:nvPr>
            <p:ph type="body" idx="1"/>
          </p:nvPr>
        </p:nvSpPr>
        <p:spPr>
          <a:xfrm>
            <a:off x="1206500" y="3238706"/>
            <a:ext cx="21971000" cy="9265810"/>
          </a:xfrm>
          <a:prstGeom prst="rect">
            <a:avLst/>
          </a:prstGeom>
        </p:spPr>
        <p:txBody>
          <a:bodyPr lIns="50800" tIns="50800" rIns="50800" bIns="50800"/>
          <a:lstStyle>
            <a:lvl1pPr defTabSz="2438337">
              <a:lnSpc>
                <a:spcPct val="90000"/>
              </a:lnSpc>
              <a:spcBef>
                <a:spcPts val="4500"/>
              </a:spcBef>
              <a:defRPr b="0" sz="4800"/>
            </a:lvl1pPr>
          </a:lstStyle>
          <a:p>
            <a:pPr/>
            <a:r>
              <a:t>Давайте рассмотрим работу генератора кода на небольшом примере.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Пример работы генератора кода"/>
          <p:cNvSpPr txBox="1"/>
          <p:nvPr>
            <p:ph type="title"/>
          </p:nvPr>
        </p:nvSpPr>
        <p:spPr>
          <a:xfrm>
            <a:off x="486677" y="959529"/>
            <a:ext cx="7324526" cy="3911187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Схема трансляции оператора IF</a:t>
            </a:r>
          </a:p>
        </p:txBody>
      </p:sp>
      <p:pic>
        <p:nvPicPr>
          <p:cNvPr id="205" name="pasted-movie.png" descr="pasted-movi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798465" y="362701"/>
            <a:ext cx="16482931" cy="12990598"/>
          </a:xfrm>
          <a:prstGeom prst="rect">
            <a:avLst/>
          </a:prstGeom>
          <a:ln w="63500">
            <a:solidFill>
              <a:srgbClr val="000000"/>
            </a:solidFill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33_DynamicLight">
  <a:themeElements>
    <a:clrScheme name="33_Dynamic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33_DynamicLigh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33_Dynamic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7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7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33_DynamicLight">
  <a:themeElements>
    <a:clrScheme name="33_Dynamic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33_DynamicLigh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33_Dynamic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7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7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